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2" r:id="rId5"/>
    <p:sldId id="258" r:id="rId6"/>
    <p:sldId id="259" r:id="rId7"/>
    <p:sldId id="260" r:id="rId8"/>
    <p:sldId id="261" r:id="rId9"/>
    <p:sldId id="263" r:id="rId10"/>
    <p:sldId id="264" r:id="rId11"/>
    <p:sldId id="266" r:id="rId12"/>
    <p:sldId id="267" r:id="rId13"/>
    <p:sldId id="270" r:id="rId14"/>
    <p:sldId id="27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36000" cy="36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hyperlink" Target="https://github.com/dualface/kander" TargetMode="Externa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86.xml"/><Relationship Id="rId3" Type="http://schemas.openxmlformats.org/officeDocument/2006/relationships/image" Target="../media/image1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92.xml"/><Relationship Id="rId2" Type="http://schemas.openxmlformats.org/officeDocument/2006/relationships/image" Target="../media/image4.png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hyperlink" Target="https://github.com/dualface/kander" TargetMode="Externa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如何高效推进</a:t>
            </a:r>
            <a:r>
              <a:rPr lang="zh-CN" altLang="en-US"/>
              <a:t>任务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使用</a:t>
            </a:r>
            <a:r>
              <a:rPr lang="en-US" altLang="zh-CN"/>
              <a:t> kander</a:t>
            </a:r>
            <a:endParaRPr lang="en-US" altLang="zh-CN"/>
          </a:p>
          <a:p>
            <a:r>
              <a:rPr lang="en-US" altLang="zh-CN"/>
              <a:t>Author: dualface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kander </a:t>
            </a:r>
            <a:r>
              <a:rPr lang="zh-CN" altLang="en-US"/>
              <a:t>是什么</a:t>
            </a:r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2800"/>
              <a:t>使用</a:t>
            </a:r>
            <a:r>
              <a:rPr lang="en-US" altLang="zh-CN" sz="2800"/>
              <a:t> markdown </a:t>
            </a:r>
            <a:r>
              <a:rPr lang="zh-CN" altLang="en-US" sz="2800"/>
              <a:t>定义的任务卡系统</a:t>
            </a:r>
            <a:r>
              <a:rPr lang="en-US" altLang="zh-CN" sz="2800"/>
              <a:t>.</a:t>
            </a:r>
            <a:endParaRPr lang="zh-CN" altLang="en-US" sz="2800"/>
          </a:p>
          <a:p>
            <a:r>
              <a:rPr lang="zh-CN" altLang="en-US" sz="2800"/>
              <a:t>使用规则驱动的任务编排系统</a:t>
            </a:r>
            <a:r>
              <a:rPr lang="en-US" altLang="zh-CN" sz="2800"/>
              <a:t>.</a:t>
            </a:r>
            <a:endParaRPr lang="zh-CN" altLang="en-US" sz="2800"/>
          </a:p>
          <a:p>
            <a:r>
              <a:rPr lang="zh-CN" altLang="en-US" sz="2800"/>
              <a:t>加上一个容易使用的</a:t>
            </a:r>
            <a:r>
              <a:rPr lang="en-US" altLang="zh-CN" sz="2800"/>
              <a:t> TUI </a:t>
            </a:r>
            <a:r>
              <a:rPr lang="zh-CN" altLang="en-US" sz="2800"/>
              <a:t>界面</a:t>
            </a:r>
            <a:r>
              <a:rPr lang="en-US" altLang="zh-CN" sz="2800"/>
              <a:t>.</a:t>
            </a:r>
            <a:endParaRPr lang="en-US" altLang="zh-CN" sz="2800"/>
          </a:p>
        </p:txBody>
      </p:sp>
      <p:pic>
        <p:nvPicPr>
          <p:cNvPr id="4" name="图片 3" descr="kanban-screenshot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35" y="3004820"/>
            <a:ext cx="5480685" cy="3244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如何</a:t>
            </a:r>
            <a:r>
              <a:rPr lang="zh-CN" altLang="en-US"/>
              <a:t>安装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/>
          <a:p>
            <a:r>
              <a:rPr lang="zh-CN" altLang="en-US" sz="2800"/>
              <a:t>从</a:t>
            </a:r>
            <a:r>
              <a:rPr lang="en-US" altLang="zh-CN" sz="2800"/>
              <a:t> </a:t>
            </a:r>
            <a:r>
              <a:rPr lang="en-US" altLang="zh-CN" sz="2800">
                <a:hlinkClick r:id="rId3" action="ppaction://hlinkfile"/>
              </a:rPr>
              <a:t>https://github.com/dualface/kander</a:t>
            </a:r>
            <a:r>
              <a:rPr lang="en-US" altLang="zh-CN" sz="2800"/>
              <a:t> </a:t>
            </a:r>
            <a:r>
              <a:rPr lang="zh-CN" altLang="en-US" sz="2800"/>
              <a:t>下载最新版本</a:t>
            </a:r>
            <a:endParaRPr lang="zh-CN" altLang="en-US" sz="2800"/>
          </a:p>
          <a:p>
            <a:r>
              <a:rPr lang="zh-CN" altLang="en-US" sz="2800"/>
              <a:t>执行</a:t>
            </a:r>
            <a:r>
              <a:rPr lang="en-US" altLang="zh-CN" sz="2800"/>
              <a:t> kander install</a:t>
            </a:r>
            <a:endParaRPr lang="en-US" altLang="zh-CN" sz="2800"/>
          </a:p>
          <a:p>
            <a:r>
              <a:rPr lang="zh-CN" altLang="zh-CN" sz="2800"/>
              <a:t>在项目中执行</a:t>
            </a:r>
            <a:r>
              <a:rPr lang="en-US" altLang="zh-CN" sz="2800"/>
              <a:t> kander init </a:t>
            </a:r>
            <a:r>
              <a:rPr lang="zh-CN" altLang="zh-CN" sz="2800"/>
              <a:t>创建</a:t>
            </a:r>
            <a:r>
              <a:rPr lang="en-US" altLang="zh-CN" sz="2800"/>
              <a:t> ./kanban/ </a:t>
            </a:r>
            <a:r>
              <a:rPr lang="zh-CN" altLang="zh-CN" sz="2800"/>
              <a:t>目录结构</a:t>
            </a:r>
            <a:r>
              <a:rPr lang="en-US" altLang="zh-CN" sz="2800"/>
              <a:t>.</a:t>
            </a:r>
            <a:endParaRPr lang="en-US" altLang="zh-CN" sz="2800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任务卡从何而来</a:t>
            </a:r>
            <a:r>
              <a:rPr lang="en-US" altLang="zh-CN"/>
              <a:t> 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2800"/>
              <a:t>用户和</a:t>
            </a:r>
            <a:r>
              <a:rPr lang="en-US" altLang="en-US" sz="2800"/>
              <a:t> Agent </a:t>
            </a:r>
            <a:r>
              <a:rPr lang="zh-CN" altLang="en-US" sz="2800"/>
              <a:t>讨论需求</a:t>
            </a:r>
            <a:r>
              <a:rPr lang="en-US" altLang="zh-CN" sz="2800"/>
              <a:t>, </a:t>
            </a:r>
            <a:r>
              <a:rPr lang="zh-CN" altLang="en-US" sz="2800"/>
              <a:t>或者要求</a:t>
            </a:r>
            <a:r>
              <a:rPr lang="en-US" altLang="zh-CN" sz="2800"/>
              <a:t> Agent </a:t>
            </a:r>
            <a:r>
              <a:rPr lang="zh-CN" altLang="en-US" sz="2800"/>
              <a:t>查看</a:t>
            </a:r>
            <a:r>
              <a:rPr lang="en-US" altLang="en-US" sz="2800"/>
              <a:t> github issue.</a:t>
            </a:r>
            <a:endParaRPr lang="en-US" altLang="en-US" sz="2800"/>
          </a:p>
          <a:p>
            <a:r>
              <a:rPr lang="zh-CN" altLang="en-US" sz="2800"/>
              <a:t>用户和</a:t>
            </a:r>
            <a:r>
              <a:rPr lang="en-US" altLang="zh-CN" sz="2800"/>
              <a:t> Agent </a:t>
            </a:r>
            <a:r>
              <a:rPr lang="zh-CN" altLang="zh-CN" sz="2800"/>
              <a:t>交流</a:t>
            </a:r>
            <a:r>
              <a:rPr lang="en-US" altLang="zh-CN" sz="2800"/>
              <a:t>, </a:t>
            </a:r>
            <a:r>
              <a:rPr lang="zh-CN" altLang="en-US" sz="2800"/>
              <a:t>确定要完成的任务</a:t>
            </a:r>
            <a:r>
              <a:rPr lang="en-US" altLang="zh-CN" sz="2800"/>
              <a:t>.</a:t>
            </a:r>
            <a:endParaRPr lang="en-US" altLang="zh-CN" sz="2800"/>
          </a:p>
          <a:p>
            <a:r>
              <a:rPr lang="zh-CN" altLang="en-US" sz="2800"/>
              <a:t>用户要求</a:t>
            </a:r>
            <a:r>
              <a:rPr lang="en-US" altLang="en-US" sz="2800"/>
              <a:t> Agent </a:t>
            </a:r>
            <a:r>
              <a:rPr lang="zh-CN" altLang="en-US" sz="2800"/>
              <a:t>创建任务卡</a:t>
            </a:r>
            <a:r>
              <a:rPr lang="en-US" altLang="zh-CN" sz="2800"/>
              <a:t>.</a:t>
            </a:r>
            <a:endParaRPr lang="en-US" altLang="zh-CN" sz="2800"/>
          </a:p>
          <a:p>
            <a:endParaRPr lang="en-US" altLang="zh-CN" sz="28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任务卡里有什么</a:t>
            </a:r>
            <a:r>
              <a:rPr lang="en-US" altLang="zh-CN"/>
              <a:t> 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2800"/>
              <a:t>任务卡根据任务复杂度</a:t>
            </a:r>
            <a:r>
              <a:rPr lang="en-US" altLang="zh-CN" sz="2800"/>
              <a:t>, </a:t>
            </a:r>
            <a:r>
              <a:rPr lang="zh-CN" altLang="en-US" sz="2800"/>
              <a:t>会由一个和多个</a:t>
            </a:r>
            <a:r>
              <a:rPr lang="en-US" altLang="zh-CN" sz="2800"/>
              <a:t> markdown </a:t>
            </a:r>
            <a:r>
              <a:rPr lang="zh-CN" altLang="zh-CN" sz="2800"/>
              <a:t>文件构成</a:t>
            </a:r>
            <a:r>
              <a:rPr lang="en-US" altLang="zh-CN" sz="2800"/>
              <a:t>.</a:t>
            </a:r>
            <a:endParaRPr lang="en-US" altLang="zh-CN" sz="2800"/>
          </a:p>
          <a:p>
            <a:r>
              <a:rPr lang="zh-CN" altLang="en-US" sz="2800"/>
              <a:t>所有任务卡保存在项目的</a:t>
            </a:r>
            <a:r>
              <a:rPr lang="en-US" altLang="zh-CN" sz="2800"/>
              <a:t> ./kanban/ </a:t>
            </a:r>
            <a:r>
              <a:rPr lang="zh-CN" altLang="zh-CN" sz="2800"/>
              <a:t>目录下</a:t>
            </a:r>
            <a:r>
              <a:rPr lang="en-US" altLang="zh-CN" sz="2800"/>
              <a:t>.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markdown </a:t>
            </a:r>
            <a:r>
              <a:rPr lang="zh-CN" altLang="en-US" sz="2800">
                <a:sym typeface="+mn-ea"/>
              </a:rPr>
              <a:t>包含完成任务需要的所有信息</a:t>
            </a:r>
            <a:r>
              <a:rPr lang="en-US" altLang="zh-CN" sz="2800">
                <a:sym typeface="+mn-ea"/>
              </a:rPr>
              <a:t>:</a:t>
            </a:r>
            <a:endParaRPr lang="en-US" altLang="zh-CN" sz="2800">
              <a:sym typeface="+mn-ea"/>
            </a:endParaRPr>
          </a:p>
          <a:p>
            <a:pPr lvl="1"/>
            <a:r>
              <a:rPr lang="zh-CN" altLang="en-US" sz="2485">
                <a:sym typeface="+mn-ea"/>
              </a:rPr>
              <a:t>任务描述</a:t>
            </a:r>
            <a:endParaRPr lang="zh-CN" altLang="en-US" sz="2485">
              <a:sym typeface="+mn-ea"/>
            </a:endParaRPr>
          </a:p>
          <a:p>
            <a:pPr lvl="1"/>
            <a:r>
              <a:rPr lang="zh-CN" altLang="en-US" sz="2485">
                <a:sym typeface="+mn-ea"/>
              </a:rPr>
              <a:t>任务</a:t>
            </a:r>
            <a:r>
              <a:rPr lang="zh-CN" altLang="en-US" sz="2485">
                <a:sym typeface="+mn-ea"/>
              </a:rPr>
              <a:t>清单</a:t>
            </a:r>
            <a:endParaRPr lang="zh-CN" altLang="en-US" sz="2485">
              <a:sym typeface="+mn-ea"/>
            </a:endParaRPr>
          </a:p>
          <a:p>
            <a:pPr lvl="1"/>
            <a:r>
              <a:rPr lang="zh-CN" altLang="en-US" sz="2485">
                <a:sym typeface="+mn-ea"/>
              </a:rPr>
              <a:t>验收清单</a:t>
            </a:r>
            <a:endParaRPr lang="en-US" altLang="zh-CN" sz="2485"/>
          </a:p>
          <a:p>
            <a:endParaRPr lang="zh-CN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如何启动任务卡</a:t>
            </a:r>
            <a:r>
              <a:rPr lang="en-US" altLang="zh-CN"/>
              <a:t> 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sz="2800"/>
              <a:t>Agent </a:t>
            </a:r>
            <a:r>
              <a:rPr lang="zh-CN" altLang="en-US" sz="2800"/>
              <a:t>通常会主动询问是否启动任务卡</a:t>
            </a:r>
            <a:r>
              <a:rPr lang="en-US" altLang="zh-CN" sz="2800"/>
              <a:t>.</a:t>
            </a:r>
            <a:endParaRPr lang="en-US" altLang="zh-CN" sz="2800"/>
          </a:p>
          <a:p>
            <a:r>
              <a:rPr lang="zh-CN" altLang="en-US" sz="2800"/>
              <a:t>用户也可以明确告诉</a:t>
            </a:r>
            <a:r>
              <a:rPr lang="en-US" altLang="zh-CN" sz="2800"/>
              <a:t> Agent </a:t>
            </a:r>
            <a:r>
              <a:rPr lang="zh-CN" altLang="en-US" sz="2800"/>
              <a:t>启动任务卡</a:t>
            </a:r>
            <a:r>
              <a:rPr lang="en-US" altLang="zh-CN" sz="2800"/>
              <a:t>.</a:t>
            </a:r>
            <a:endParaRPr lang="en-US" altLang="zh-CN" sz="2800"/>
          </a:p>
          <a:p>
            <a:pPr marL="0" indent="0">
              <a:buNone/>
            </a:pPr>
            <a:endParaRPr lang="en-US" altLang="zh-CN" sz="28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任务卡如何执行</a:t>
            </a:r>
            <a:r>
              <a:rPr lang="en-US" altLang="zh-CN"/>
              <a:t> 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sz="2800"/>
              <a:t>Agent </a:t>
            </a:r>
            <a:r>
              <a:rPr lang="zh-CN" altLang="en-US" sz="2800"/>
              <a:t>会根据规则</a:t>
            </a:r>
            <a:r>
              <a:rPr lang="en-US" altLang="zh-CN" sz="2800"/>
              <a:t>, </a:t>
            </a:r>
            <a:r>
              <a:rPr lang="zh-CN" altLang="en-US" sz="2800"/>
              <a:t>使用</a:t>
            </a:r>
            <a:r>
              <a:rPr lang="en-US" altLang="zh-CN" sz="2800"/>
              <a:t> kander start </a:t>
            </a:r>
            <a:r>
              <a:rPr lang="zh-CN" altLang="zh-CN" sz="2800"/>
              <a:t>命令开启一个</a:t>
            </a:r>
            <a:r>
              <a:rPr lang="en-US" altLang="zh-CN" sz="2800"/>
              <a:t> Agent </a:t>
            </a:r>
            <a:r>
              <a:rPr lang="zh-CN" altLang="zh-CN" sz="2800"/>
              <a:t>来执行任务卡中描述的任务</a:t>
            </a:r>
            <a:r>
              <a:rPr lang="en-US" altLang="zh-CN" sz="2800"/>
              <a:t>.</a:t>
            </a:r>
            <a:endParaRPr lang="en-US" altLang="zh-CN" sz="2800"/>
          </a:p>
          <a:p>
            <a:r>
              <a:rPr lang="zh-CN" altLang="en-US" sz="2800"/>
              <a:t>用户可以使用</a:t>
            </a:r>
            <a:r>
              <a:rPr lang="en-US" altLang="zh-CN" sz="2800"/>
              <a:t> kander </a:t>
            </a:r>
            <a:r>
              <a:rPr lang="zh-CN" altLang="zh-CN" sz="2800"/>
              <a:t>命令启动</a:t>
            </a:r>
            <a:r>
              <a:rPr lang="en-US" altLang="zh-CN" sz="2800"/>
              <a:t> TUI </a:t>
            </a:r>
            <a:r>
              <a:rPr lang="zh-CN" altLang="en-US" sz="2800"/>
              <a:t>界面查看所有任务的状态</a:t>
            </a:r>
            <a:r>
              <a:rPr lang="en-US" altLang="zh-CN" sz="2800"/>
              <a:t>.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10968355" cy="4608195"/>
          </a:xfrm>
        </p:spPr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TUI</a:t>
            </a:r>
            <a:endParaRPr lang="en-US" altLang="zh-CN"/>
          </a:p>
        </p:txBody>
      </p:sp>
      <p:pic>
        <p:nvPicPr>
          <p:cNvPr id="7" name="图片 6" descr="kanban-screenshot-01"/>
          <p:cNvPicPr>
            <a:picLocks noChangeAspect="1"/>
          </p:cNvPicPr>
          <p:nvPr/>
        </p:nvPicPr>
        <p:blipFill>
          <a:blip r:embed="rId3"/>
          <a:srcRect b="29041"/>
          <a:stretch>
            <a:fillRect/>
          </a:stretch>
        </p:blipFill>
        <p:spPr>
          <a:xfrm>
            <a:off x="608330" y="1555115"/>
            <a:ext cx="10968990" cy="46081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555115"/>
            <a:ext cx="7086600" cy="44348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调整执行任务的</a:t>
            </a:r>
            <a:r>
              <a:rPr lang="en-US" altLang="zh-CN"/>
              <a:t> </a:t>
            </a:r>
            <a:r>
              <a:rPr lang="en-US" altLang="zh-CN"/>
              <a:t>Agent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058150" y="1555115"/>
            <a:ext cx="3441700" cy="406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为不同规模的任务指派不同的</a:t>
            </a:r>
            <a:r>
              <a:rPr lang="en-US" altLang="zh-CN" sz="2800"/>
              <a:t> Agent </a:t>
            </a:r>
            <a:r>
              <a:rPr lang="zh-CN" altLang="en-US" sz="2800"/>
              <a:t>和模型</a:t>
            </a:r>
            <a:r>
              <a:rPr lang="en-US" altLang="zh-CN" sz="2800"/>
              <a:t>.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zh-CN" sz="2800"/>
              <a:t>平衡质量和成本</a:t>
            </a:r>
            <a:r>
              <a:rPr lang="en-US" altLang="zh-CN" sz="2800"/>
              <a:t>.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29204"/>
          <a:stretch>
            <a:fillRect/>
          </a:stretch>
        </p:blipFill>
        <p:spPr>
          <a:xfrm>
            <a:off x="608330" y="1555115"/>
            <a:ext cx="7087235" cy="44348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调整审核</a:t>
            </a:r>
            <a:r>
              <a:rPr lang="en-US" altLang="zh-CN"/>
              <a:t> </a:t>
            </a:r>
            <a:r>
              <a:rPr lang="en-US" altLang="zh-CN"/>
              <a:t>Agent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058150" y="1555115"/>
            <a:ext cx="3441700" cy="406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为不同的审核</a:t>
            </a:r>
            <a:r>
              <a:rPr lang="zh-CN" altLang="en-US" sz="2800"/>
              <a:t>角色指派不同的</a:t>
            </a:r>
            <a:r>
              <a:rPr lang="en-US" altLang="zh-CN" sz="2800"/>
              <a:t> Agent </a:t>
            </a:r>
            <a:r>
              <a:rPr lang="zh-CN" altLang="en-US" sz="2800"/>
              <a:t>和模型</a:t>
            </a:r>
            <a:r>
              <a:rPr lang="en-US" altLang="zh-CN" sz="2800"/>
              <a:t>.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sz="2800"/>
              <a:t>交叉审核能够获得更好的效果</a:t>
            </a:r>
            <a:r>
              <a:rPr lang="en-US" altLang="zh-CN" sz="2800"/>
              <a:t>.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根据需要定制</a:t>
            </a:r>
            <a:r>
              <a:rPr lang="zh-CN" altLang="zh-CN"/>
              <a:t>规则集</a:t>
            </a:r>
            <a:endParaRPr lang="zh-CN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058150" y="1555115"/>
            <a:ext cx="3441700" cy="406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完整工作流可以获得最高的质量回报</a:t>
            </a:r>
            <a:r>
              <a:rPr lang="en-US" altLang="zh-CN" sz="2800"/>
              <a:t>.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可以禁用不需要的规则集</a:t>
            </a:r>
            <a:r>
              <a:rPr lang="en-US" altLang="zh-CN" sz="2800"/>
              <a:t>.</a:t>
            </a:r>
            <a:endParaRPr lang="en-US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65" y="1555115"/>
            <a:ext cx="7086600" cy="33375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开源</a:t>
            </a:r>
            <a:r>
              <a:rPr lang="en-US" altLang="zh-CN">
                <a:sym typeface="+mn-ea"/>
              </a:rPr>
              <a:t>, </a:t>
            </a:r>
            <a:r>
              <a:rPr lang="zh-CN" altLang="en-US">
                <a:sym typeface="+mn-ea"/>
              </a:rPr>
              <a:t>可审计</a:t>
            </a:r>
            <a:r>
              <a:rPr lang="en-US" altLang="zh-CN">
                <a:sym typeface="+mn-ea"/>
              </a:rPr>
              <a:t>, </a:t>
            </a:r>
            <a:r>
              <a:rPr lang="zh-CN" altLang="en-US">
                <a:sym typeface="+mn-ea"/>
              </a:rPr>
              <a:t>可定制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2800"/>
              <a:t>充分审计规则定义</a:t>
            </a:r>
            <a:r>
              <a:rPr lang="en-US" altLang="zh-CN" sz="2800"/>
              <a:t>.</a:t>
            </a:r>
            <a:endParaRPr lang="en-US" altLang="zh-CN" sz="2800"/>
          </a:p>
          <a:p>
            <a:r>
              <a:rPr lang="zh-CN" altLang="en-US" sz="2800"/>
              <a:t>自定义规则具有更高的优先级</a:t>
            </a:r>
            <a:r>
              <a:rPr lang="en-US" altLang="zh-CN" sz="2800"/>
              <a:t>.</a:t>
            </a:r>
            <a:endParaRPr lang="en-US" altLang="zh-CN" sz="2800"/>
          </a:p>
          <a:p>
            <a:r>
              <a:rPr lang="zh-CN" altLang="en-US" sz="2800"/>
              <a:t>禁用</a:t>
            </a:r>
            <a:r>
              <a:rPr lang="en-US" altLang="zh-CN" sz="2800"/>
              <a:t> kander </a:t>
            </a:r>
            <a:r>
              <a:rPr lang="zh-CN" altLang="zh-CN" sz="2800"/>
              <a:t>的规则集</a:t>
            </a:r>
            <a:r>
              <a:rPr lang="en-US" altLang="zh-CN" sz="2800"/>
              <a:t>, </a:t>
            </a:r>
            <a:r>
              <a:rPr lang="zh-CN" altLang="en-US" sz="2800"/>
              <a:t>用自己的规则集替代</a:t>
            </a:r>
            <a:r>
              <a:rPr lang="en-US" altLang="zh-CN" sz="2800"/>
              <a:t>.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感谢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US" altLang="zh-CN" sz="2800">
              <a:hlinkClick r:id="rId3" action="ppaction://hlinkfile"/>
            </a:endParaRPr>
          </a:p>
          <a:p>
            <a:pPr marL="0" indent="0" algn="ctr">
              <a:buNone/>
            </a:pPr>
            <a:r>
              <a:rPr lang="en-US" altLang="zh-CN" sz="2800">
                <a:hlinkClick r:id="rId3" action="ppaction://hlinkfile"/>
              </a:rPr>
              <a:t>https://github.com/dualface/kander</a:t>
            </a:r>
            <a:endParaRPr lang="en-US" altLang="zh-CN" sz="2800"/>
          </a:p>
          <a:p>
            <a:pPr marL="0" indent="0">
              <a:buNone/>
            </a:pPr>
            <a:endParaRPr lang="en-US" altLang="zh-CN" sz="2800"/>
          </a:p>
          <a:p>
            <a:pPr marL="0" indent="0" algn="ctr">
              <a:buNone/>
            </a:pPr>
            <a:r>
              <a:rPr lang="zh-CN" altLang="en-US" sz="2800"/>
              <a:t>请大家</a:t>
            </a:r>
            <a:r>
              <a:rPr lang="en-US" altLang="zh-CN" sz="2800"/>
              <a:t> Star ;-)</a:t>
            </a:r>
            <a:endParaRPr lang="en-US" altLang="zh-CN" sz="2800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</Words>
  <Application>WPS 演示</Application>
  <PresentationFormat>宽屏</PresentationFormat>
  <Paragraphs>77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调整执行任务的 Agent</vt:lpstr>
      <vt:lpstr>调整审核 Agent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dualf</dc:creator>
  <cp:lastModifiedBy>我是妖怪不摸鱼</cp:lastModifiedBy>
  <cp:revision>161</cp:revision>
  <dcterms:created xsi:type="dcterms:W3CDTF">2019-06-19T02:08:00Z</dcterms:created>
  <dcterms:modified xsi:type="dcterms:W3CDTF">2026-09-08T13:59:41Z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A053B51D2F014D83BA21BD1A11C45CF3_11</vt:lpwstr>
  </property>
</Properties>
</file>