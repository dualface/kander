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2" r:id="rId5"/>
    <p:sldId id="258" r:id="rId6"/>
    <p:sldId id="259" r:id="rId7"/>
    <p:sldId id="260" r:id="rId8"/>
    <p:sldId id="261" r:id="rId9"/>
    <p:sldId id="263" r:id="rId10"/>
    <p:sldId id="264" r:id="rId11"/>
    <p:sldId id="266" r:id="rId12"/>
    <p:sldId id="267" r:id="rId13"/>
    <p:sldId id="270" r:id="rId14"/>
    <p:sldId id="27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36000" cy="36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hyperlink" Target="https://github.com/dualface/kander" TargetMode="Externa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86.xml"/><Relationship Id="rId3" Type="http://schemas.openxmlformats.org/officeDocument/2006/relationships/image" Target="../media/image1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92.xml"/><Relationship Id="rId2" Type="http://schemas.openxmlformats.org/officeDocument/2006/relationships/image" Target="../media/image4.png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hyperlink" Target="https://github.com/dualface/kander" TargetMode="Externa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ja-JP" altLang="en-US"/>
              <a:t>タスクを効率的に進める方法</a:t>
            </a:r>
            <a:endParaRPr lang="ja-JP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ja-JP" altLang="en-US"/>
              <a:t>kander を使って</a:t>
            </a:r>
            <a:endParaRPr lang="en-US" altLang="en-US"/>
          </a:p>
          <a:p>
            <a:r>
              <a:rPr lang="en-US" altLang="en-US"/>
              <a:t>Author: dualface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kander とは?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ja-JP" altLang="en-US" sz="2800"/>
              <a:t>Markdown で定義するタスクカードシステム.</a:t>
            </a:r>
            <a:endParaRPr lang="ja-JP" altLang="en-US" sz="2800"/>
          </a:p>
          <a:p>
            <a:r>
              <a:rPr lang="ja-JP" altLang="en-US" sz="2800"/>
              <a:t>ルール駆動のタスクオーケストレーションシステム.</a:t>
            </a:r>
            <a:endParaRPr lang="ja-JP" altLang="en-US" sz="2800"/>
          </a:p>
          <a:p>
            <a:r>
              <a:rPr lang="ja-JP" altLang="en-US" sz="2800"/>
              <a:t>使いやすい TUI も付属.</a:t>
            </a:r>
            <a:endParaRPr lang="en-US" altLang="en-US" sz="2800"/>
          </a:p>
        </p:txBody>
      </p:sp>
      <p:pic>
        <p:nvPicPr>
          <p:cNvPr id="4" name="图片 3" descr="kanban-screenshot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35" y="3004820"/>
            <a:ext cx="5480685" cy="3244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ja-JP" altLang="en-US"/>
              <a:t>インストール方法</a:t>
            </a:r>
            <a:endParaRPr lang="ja-JP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/>
          <a:p>
            <a:r>
              <a:rPr lang="ja-JP" altLang="en-US" sz="2800"/>
              <a:t>https://github.com/dualface/kander から最新版をダウンロード</a:t>
            </a:r>
            <a:endParaRPr lang="ja-JP" altLang="en-US" sz="2800"/>
          </a:p>
          <a:p>
            <a:r>
              <a:rPr lang="ja-JP" altLang="en-US" sz="2800"/>
              <a:t>kander install を実行</a:t>
            </a:r>
            <a:endParaRPr lang="en-US" altLang="en-US" sz="2800"/>
          </a:p>
          <a:p>
            <a:r>
              <a:rPr lang="ja-JP" altLang="en-US" sz="2800"/>
              <a:t>プロジェクト内で kander init を実行し, ./kanban/ ディレクトリ構造を作成.</a:t>
            </a:r>
            <a:endParaRPr lang="en-US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ja-JP" altLang="en-US"/>
              <a:t>タスクカードはどこから来るのか?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ja-JP" altLang="en-US" sz="2800"/>
              <a:t>ユーザーが Agent と要件を話し合う, または Agent に GitHub issue の確認を依頼する.</a:t>
            </a:r>
            <a:endParaRPr lang="en-US" altLang="en-US" sz="2800"/>
          </a:p>
          <a:p>
            <a:r>
              <a:rPr lang="ja-JP" altLang="en-US" sz="2800"/>
              <a:t>ユーザーと Agent が対話し, 完了すべきタスクを確定する.</a:t>
            </a:r>
            <a:endParaRPr lang="en-US" altLang="en-US" sz="2800"/>
          </a:p>
          <a:p>
            <a:r>
              <a:rPr lang="ja-JP" altLang="en-US" sz="2800"/>
              <a:t>ユーザーが Agent にタスクカードの作成を依頼する.</a:t>
            </a:r>
            <a:endParaRPr lang="en-US" altLang="en-US" sz="2800"/>
          </a:p>
          <a:p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ja-JP" altLang="en-US"/>
              <a:t>タスクカードには何があるのか?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ja-JP" altLang="en-US" sz="2800"/>
              <a:t>タスクの複雑さに応じて, タスクカードは 1 つ以上の Markdown ファイルで構成される.</a:t>
            </a:r>
            <a:endParaRPr lang="en-US" altLang="en-US" sz="2800"/>
          </a:p>
          <a:p>
            <a:r>
              <a:rPr lang="ja-JP" altLang="en-US" sz="2800"/>
              <a:t>すべてのタスクカードはプロジェクトの ./kanban/ ディレクトリに保存される.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Markdown にはタスク完了に必要な情報がすべて含まれる:</a:t>
            </a:r>
            <a:endParaRPr lang="en-US" altLang="en-US" sz="2800">
              <a:sym typeface="+mn-ea"/>
            </a:endParaRPr>
          </a:p>
          <a:p>
            <a:pPr lvl="1"/>
            <a:r>
              <a:rPr lang="ja-JP" altLang="en-US" sz="2485">
                <a:sym typeface="+mn-ea"/>
              </a:rPr>
              <a:t>タスクの説明</a:t>
            </a:r>
            <a:endParaRPr lang="ja-JP" altLang="en-US" sz="2485">
              <a:sym typeface="+mn-ea"/>
            </a:endParaRPr>
          </a:p>
          <a:p>
            <a:pPr lvl="1"/>
            <a:r>
              <a:rPr lang="ja-JP" altLang="en-US" sz="2485">
                <a:sym typeface="+mn-ea"/>
              </a:rPr>
              <a:t>タスクリスト</a:t>
            </a:r>
            <a:endParaRPr lang="ja-JP" altLang="en-US" sz="2485">
              <a:sym typeface="+mn-ea"/>
            </a:endParaRPr>
          </a:p>
          <a:p>
            <a:pPr lvl="1"/>
            <a:r>
              <a:rPr lang="ja-JP" altLang="en-US" sz="2485">
                <a:sym typeface="+mn-ea"/>
              </a:rPr>
              <a:t>受け入れチェックリスト</a:t>
            </a:r>
            <a:endParaRPr lang="en-US" altLang="en-US" sz="2485"/>
          </a:p>
          <a:p>
            <a:endParaRPr lang="ja-JP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ja-JP" altLang="en-US"/>
              <a:t>タスクカードの開始方法?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/>
              <a:t>Agent は通常, タスクカードを開始するかを自ら確認する.</a:t>
            </a:r>
            <a:endParaRPr lang="en-US" altLang="en-US" sz="2800"/>
          </a:p>
          <a:p>
            <a:r>
              <a:rPr lang="ja-JP" altLang="en-US" sz="2800"/>
              <a:t>ユーザーが明示的に Agent に開始を指示することもできる.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ja-JP" altLang="en-US"/>
              <a:t>タスクカードはどのように実行されるのか?</a:t>
            </a:r>
            <a:endParaRPr lang="en-US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800"/>
              <a:t>Agent はルールに従い, kander start コマンドで別の Agent を起動し, カードに記述されたタスクを実行させる.</a:t>
            </a:r>
            <a:endParaRPr lang="en-US" altLang="en-US" sz="2800"/>
          </a:p>
          <a:p>
            <a:r>
              <a:rPr lang="ja-JP" altLang="en-US" sz="2800"/>
              <a:t>ユーザーは kander コマンドで TUI を起動し, すべてのタスクの状態を確認できる.</a:t>
            </a: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10968355" cy="4608195"/>
          </a:xfrm>
        </p:spPr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TUI</a:t>
            </a:r>
            <a:endParaRPr lang="en-US" altLang="en-US"/>
          </a:p>
        </p:txBody>
      </p:sp>
      <p:pic>
        <p:nvPicPr>
          <p:cNvPr id="7" name="图片 6" descr="kanban-screenshot-01"/>
          <p:cNvPicPr>
            <a:picLocks noChangeAspect="1"/>
          </p:cNvPicPr>
          <p:nvPr/>
        </p:nvPicPr>
        <p:blipFill>
          <a:blip r:embed="rId3"/>
          <a:srcRect b="29041"/>
          <a:stretch>
            <a:fillRect/>
          </a:stretch>
        </p:blipFill>
        <p:spPr>
          <a:xfrm>
            <a:off x="608330" y="1555115"/>
            <a:ext cx="10968990" cy="46081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1555115"/>
            <a:ext cx="7086600" cy="44348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ja-JP" altLang="en-US"/>
              <a:t>実行 Agent の調整</a:t>
            </a:r>
            <a:endParaRPr lang="en-US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58150" y="1555115"/>
            <a:ext cx="3441700" cy="406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タスクの規模ごとに異なる Agent とモデルを割り当てる.</a:t>
            </a: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品質とコストのバランスを取る.</a:t>
            </a: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29204"/>
          <a:stretch>
            <a:fillRect/>
          </a:stretch>
        </p:blipFill>
        <p:spPr>
          <a:xfrm>
            <a:off x="608330" y="1555115"/>
            <a:ext cx="7087235" cy="443484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ja-JP" altLang="en-US"/>
              <a:t>レビュー Agent の調整</a:t>
            </a:r>
            <a:endParaRPr lang="en-US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58150" y="1555115"/>
            <a:ext cx="3441700" cy="406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レビュー役割ごとに異なる Agent とモデルを割り当てる.</a:t>
            </a: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sz="2800"/>
              <a:t>クロスレビューでより良い結果が得られる.</a:t>
            </a: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ja-JP" altLang="en-US"/>
              <a:t>必要に応じてルールモジュールをカスタマイズ</a:t>
            </a:r>
            <a:endParaRPr lang="ja-JP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58150" y="1555115"/>
            <a:ext cx="3441700" cy="406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フルワークフローが最も高い品質をもたらす.</a:t>
            </a: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不要なルールモジュールは無効化できる.</a:t>
            </a:r>
            <a:endParaRPr lang="en-US" altLang="en-US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65" y="1555115"/>
            <a:ext cx="7086600" cy="33375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ja-JP" altLang="en-US">
                <a:sym typeface="+mn-ea"/>
              </a:rPr>
              <a:t>オープンソース, 監査可能, カスタマイズ可能</a:t>
            </a:r>
            <a:endParaRPr lang="ja-JP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ja-JP" altLang="en-US" sz="2800"/>
              <a:t>ルール定義を十分に監査する.</a:t>
            </a:r>
            <a:endParaRPr lang="en-US" altLang="en-US" sz="2800"/>
          </a:p>
          <a:p>
            <a:r>
              <a:rPr lang="ja-JP" altLang="en-US" sz="2800"/>
              <a:t>カスタムルールの方が優先度が高い.</a:t>
            </a:r>
            <a:endParaRPr lang="en-US" altLang="en-US" sz="2800"/>
          </a:p>
          <a:p>
            <a:r>
              <a:rPr lang="ja-JP" altLang="en-US" sz="2800"/>
              <a:t>kander のルールモジュールを無効化し, 自分のルールで置き換える.</a:t>
            </a: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ja-JP" altLang="en-US"/>
              <a:t>ありがとうございました</a:t>
            </a:r>
            <a:endParaRPr lang="ja-JP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en-US" sz="2800">
              <a:hlinkClick r:id="rId3" action="ppaction://hlinkfile"/>
            </a:endParaRPr>
          </a:p>
          <a:p>
            <a:pPr marL="0" indent="0" algn="ctr">
              <a:buNone/>
            </a:pPr>
            <a:r>
              <a:rPr lang="en-US" altLang="en-US" sz="2800">
                <a:hlinkClick r:id="rId3" action="ppaction://hlinkfile"/>
              </a:rPr>
              <a:t>https://github.com/dualface/kander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  <a:p>
            <a:pPr marL="0" indent="0" algn="ctr">
              <a:buNone/>
            </a:pPr>
            <a:r>
              <a:rPr lang="ja-JP" altLang="en-US" sz="2800"/>
              <a:t>Star をお願いします ;-)</a:t>
            </a:r>
            <a:endParaRPr lang="en-US" altLang="en-US" sz="2800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Yu Gothic"/>
        <a:cs typeface=""/>
      </a:majorFont>
      <a:minorFont>
        <a:latin typeface="Arial"/>
        <a:ea typeface="Yu Gothic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WPS 演示</Application>
  <PresentationFormat>宽屏</PresentationFormat>
  <Paragraphs>77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调整执行任务的 Agent</vt:lpstr>
      <vt:lpstr>调整审核 Agent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タスクを効率的に進める方法</dc:title>
  <dc:creator>dualf</dc:creator>
  <cp:lastModifiedBy>我是妖怪不摸鱼</cp:lastModifiedBy>
  <cp:revision>161</cp:revision>
  <dcterms:created xsi:type="dcterms:W3CDTF">2019-06-19T02:08:00Z</dcterms:created>
  <dcterms:modified xsi:type="dcterms:W3CDTF">2026-09-08T13:59:41Z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A053B51D2F014D83BA21BD1A11C45CF3_11</vt:lpwstr>
  </property>
</Properties>
</file>