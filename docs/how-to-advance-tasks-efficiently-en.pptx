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2" r:id="rId5"/>
    <p:sldId id="258" r:id="rId6"/>
    <p:sldId id="259" r:id="rId7"/>
    <p:sldId id="260" r:id="rId8"/>
    <p:sldId id="261" r:id="rId9"/>
    <p:sldId id="263" r:id="rId10"/>
    <p:sldId id="264" r:id="rId11"/>
    <p:sldId id="266" r:id="rId12"/>
    <p:sldId id="267" r:id="rId13"/>
    <p:sldId id="270" r:id="rId14"/>
    <p:sldId id="27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36000" cy="36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hyperlink" Target="https://github.com/dualface/kander" TargetMode="Externa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92.xml"/><Relationship Id="rId2" Type="http://schemas.openxmlformats.org/officeDocument/2006/relationships/image" Target="../media/image4.png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hyperlink" Target="https://github.com/dualface/kander" TargetMode="Externa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How to Advance Tasks Efficiently</a:t>
            </a:r>
            <a:endParaRPr lang="en-US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with kander</a:t>
            </a:r>
            <a:endParaRPr lang="en-US" altLang="en-US"/>
          </a:p>
          <a:p>
            <a:r>
              <a:rPr lang="en-US" altLang="en-US"/>
              <a:t>Author: dualface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kander?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/>
              <a:t>A task card system defined in Markdown.</a:t>
            </a:r>
            <a:endParaRPr lang="en-US" altLang="en-US" sz="2800"/>
          </a:p>
          <a:p>
            <a:r>
              <a:rPr lang="en-US" altLang="en-US" sz="2800"/>
              <a:t>A rule-driven task orchestration system.</a:t>
            </a:r>
            <a:endParaRPr lang="en-US" altLang="en-US" sz="2800"/>
          </a:p>
          <a:p>
            <a:r>
              <a:rPr lang="en-US" altLang="en-US" sz="2800"/>
              <a:t>Plus an easy-to-use TUI.</a:t>
            </a:r>
            <a:endParaRPr lang="en-US" altLang="en-US" sz="2800"/>
          </a:p>
        </p:txBody>
      </p:sp>
      <p:pic>
        <p:nvPicPr>
          <p:cNvPr id="4" name="图片 3" descr="kanban-screenshot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35" y="3004820"/>
            <a:ext cx="5480685" cy="3244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How to Install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/>
          <a:p>
            <a:r>
              <a:rPr lang="en-US" altLang="en-US" sz="2800"/>
              <a:t>Download the latest release from https://github.com/dualface/kander</a:t>
            </a:r>
            <a:endParaRPr lang="en-US" altLang="en-US" sz="2800"/>
          </a:p>
          <a:p>
            <a:r>
              <a:rPr lang="en-US" altLang="en-US" sz="2800"/>
              <a:t>Run kander install</a:t>
            </a:r>
            <a:endParaRPr lang="en-US" altLang="en-US" sz="2800"/>
          </a:p>
          <a:p>
            <a:r>
              <a:rPr lang="en-US" altLang="en-US" sz="2800"/>
              <a:t>Run kander init in your project to create the ./kanban/ directory structure.</a:t>
            </a:r>
            <a:endParaRPr lang="en-US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Where Do Task Cards Come From?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/>
              <a:t>The user discusses requirements with the Agent, or asks the Agent to look at a GitHub issue.</a:t>
            </a:r>
            <a:endParaRPr lang="en-US" altLang="en-US" sz="2800"/>
          </a:p>
          <a:p>
            <a:r>
              <a:rPr lang="en-US" altLang="en-US" sz="2800"/>
              <a:t>The user and the Agent agree on the task to be done.</a:t>
            </a:r>
            <a:endParaRPr lang="en-US" altLang="en-US" sz="2800"/>
          </a:p>
          <a:p>
            <a:r>
              <a:rPr lang="en-US" altLang="en-US" sz="2800"/>
              <a:t>The user asks the Agent to create a task card.</a:t>
            </a:r>
            <a:endParaRPr lang="en-US" altLang="en-US" sz="2800"/>
          </a:p>
          <a:p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What's in a Task Card?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/>
              <a:t>Depending on task complexity, a task card consists of one or more Markdown files.</a:t>
            </a:r>
            <a:endParaRPr lang="en-US" altLang="en-US" sz="2800"/>
          </a:p>
          <a:p>
            <a:r>
              <a:rPr lang="en-US" altLang="en-US" sz="2800"/>
              <a:t>All task cards are stored under the project's ./kanban/ directory.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The Markdown contains everything needed to complete the task:</a:t>
            </a:r>
            <a:endParaRPr lang="en-US" altLang="en-US" sz="2800">
              <a:sym typeface="+mn-ea"/>
            </a:endParaRPr>
          </a:p>
          <a:p>
            <a:pPr lvl="1"/>
            <a:r>
              <a:rPr lang="en-US" altLang="en-US" sz="2485">
                <a:sym typeface="+mn-ea"/>
              </a:rPr>
              <a:t>Task description</a:t>
            </a:r>
            <a:endParaRPr lang="en-US" altLang="en-US" sz="2485">
              <a:sym typeface="+mn-ea"/>
            </a:endParaRPr>
          </a:p>
          <a:p>
            <a:pPr lvl="1"/>
            <a:r>
              <a:rPr lang="en-US" altLang="en-US" sz="2485">
                <a:sym typeface="+mn-ea"/>
              </a:rPr>
              <a:t>Task checklist</a:t>
            </a:r>
            <a:endParaRPr lang="en-US" altLang="en-US" sz="2485">
              <a:sym typeface="+mn-ea"/>
            </a:endParaRPr>
          </a:p>
          <a:p>
            <a:pPr lvl="1"/>
            <a:r>
              <a:rPr lang="en-US" altLang="en-US" sz="2485">
                <a:sym typeface="+mn-ea"/>
              </a:rPr>
              <a:t>Acceptance checklist</a:t>
            </a:r>
            <a:endParaRPr lang="en-US" altLang="en-US" sz="2485"/>
          </a:p>
          <a:p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How to Start a Task Card?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/>
              <a:t>The Agent usually asks proactively whether to start the task card.</a:t>
            </a:r>
            <a:endParaRPr lang="en-US" altLang="en-US" sz="2800"/>
          </a:p>
          <a:p>
            <a:r>
              <a:rPr lang="en-US" altLang="en-US" sz="2800"/>
              <a:t>The user can also explicitly tell the Agent to start it.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How Is a Task Card Executed?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/>
              <a:t>Following the rules, the Agent runs kander start to launch an Agent that executes the task described in the card.</a:t>
            </a:r>
            <a:endParaRPr lang="en-US" altLang="en-US" sz="2800"/>
          </a:p>
          <a:p>
            <a:r>
              <a:rPr lang="en-US" altLang="en-US" sz="2800"/>
              <a:t>The user can run kander to open the TUI and view the status of all tasks.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10968355" cy="4608195"/>
          </a:xfrm>
        </p:spPr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TUI</a:t>
            </a:r>
            <a:endParaRPr lang="en-US" altLang="en-US"/>
          </a:p>
        </p:txBody>
      </p:sp>
      <p:pic>
        <p:nvPicPr>
          <p:cNvPr id="7" name="图片 6" descr="kanban-screenshot-01"/>
          <p:cNvPicPr>
            <a:picLocks noChangeAspect="1"/>
          </p:cNvPicPr>
          <p:nvPr/>
        </p:nvPicPr>
        <p:blipFill>
          <a:blip r:embed="rId3"/>
          <a:srcRect b="29041"/>
          <a:stretch>
            <a:fillRect/>
          </a:stretch>
        </p:blipFill>
        <p:spPr>
          <a:xfrm>
            <a:off x="608330" y="1555115"/>
            <a:ext cx="10968990" cy="46081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555115"/>
            <a:ext cx="7086600" cy="44348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Tune the Executing Agent</a:t>
            </a:r>
            <a:endParaRPr lang="en-US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/>
              <a:t>Assign different Agents and models to tasks of different sizes.</a:t>
            </a: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/>
              <a:t>Balance quality and cost.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29204"/>
          <a:stretch>
            <a:fillRect/>
          </a:stretch>
        </p:blipFill>
        <p:spPr>
          <a:xfrm>
            <a:off x="608330" y="1555115"/>
            <a:ext cx="7087235" cy="44348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Tune the Review Agents</a:t>
            </a:r>
            <a:endParaRPr lang="en-US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/>
              <a:t>Assign different Agents and models to each review role.</a:t>
            </a: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Cross-review gives better results.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Customize Rule Modules as Needed</a:t>
            </a:r>
            <a:endParaRPr lang="en-US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/>
              <a:t>The full workflow yields the highest quality.</a:t>
            </a: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/>
              <a:t>Unneeded rule modules can be disabled.</a:t>
            </a:r>
            <a:endParaRPr lang="en-US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" y="1555115"/>
            <a:ext cx="7086600" cy="3337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Open Source, Auditable, Customizable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/>
              <a:t>Audit the rule definitions thoroughly.</a:t>
            </a:r>
            <a:endParaRPr lang="en-US" altLang="en-US" sz="2800"/>
          </a:p>
          <a:p>
            <a:r>
              <a:rPr lang="en-US" altLang="en-US" sz="2800"/>
              <a:t>Custom rules take higher priority.</a:t>
            </a:r>
            <a:endParaRPr lang="en-US" altLang="en-US" sz="2800"/>
          </a:p>
          <a:p>
            <a:r>
              <a:rPr lang="en-US" altLang="en-US" sz="2800"/>
              <a:t>Disable kander's rule modules and replace them with your own.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Thank You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en-US" sz="2800">
              <a:hlinkClick r:id="rId3" action="ppaction://hlinkfile"/>
            </a:endParaRPr>
          </a:p>
          <a:p>
            <a:pPr marL="0" indent="0" algn="ctr">
              <a:buNone/>
            </a:pPr>
            <a:r>
              <a:rPr lang="en-US" altLang="en-US" sz="2800">
                <a:hlinkClick r:id="rId3" action="ppaction://hlinkfile"/>
              </a:rPr>
              <a:t>https://github.com/dualface/kander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 algn="ctr">
              <a:buNone/>
            </a:pPr>
            <a:r>
              <a:rPr lang="en-US" altLang="en-US" sz="2800"/>
              <a:t>Please give it a Star ;-)</a:t>
            </a:r>
            <a:endParaRPr lang="en-US" altLang="en-US" sz="2800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WPS 演示</Application>
  <PresentationFormat>宽屏</PresentationFormat>
  <Paragraphs>77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调整执行任务的 Agent</vt:lpstr>
      <vt:lpstr>调整审核 Agent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Advance Tasks Efficiently</dc:title>
  <dc:creator>dualf</dc:creator>
  <cp:lastModifiedBy>我是妖怪不摸鱼</cp:lastModifiedBy>
  <cp:revision>161</cp:revision>
  <dcterms:created xsi:type="dcterms:W3CDTF">2019-06-19T02:08:00Z</dcterms:created>
  <dcterms:modified xsi:type="dcterms:W3CDTF">2026-09-08T13:59:41Z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A053B51D2F014D83BA21BD1A11C45CF3_11</vt:lpwstr>
  </property>
</Properties>
</file>